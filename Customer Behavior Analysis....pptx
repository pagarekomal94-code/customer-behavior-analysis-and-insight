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02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5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7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0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4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45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82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7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67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3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D7F16-87FF-43BB-BBEE-371305338AA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E909B-A92E-46C4-8D5B-E39CE67D6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71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45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75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6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3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39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390"/>
            <a:ext cx="12192000" cy="665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66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0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47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14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14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Prme</dc:creator>
  <cp:lastModifiedBy>Prme</cp:lastModifiedBy>
  <cp:revision>5</cp:revision>
  <dcterms:created xsi:type="dcterms:W3CDTF">2026-01-08T14:55:07Z</dcterms:created>
  <dcterms:modified xsi:type="dcterms:W3CDTF">2026-01-09T03:00:54Z</dcterms:modified>
</cp:coreProperties>
</file>